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3" r:id="rId14"/>
    <p:sldId id="310"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i Katiyar" userId="4a01c54510b6c933" providerId="LiveId" clId="{5605B03B-25A2-4E6F-BD86-628875B93AD0}"/>
    <pc:docChg chg="modSld">
      <pc:chgData name="Rashi Katiyar" userId="4a01c54510b6c933" providerId="LiveId" clId="{5605B03B-25A2-4E6F-BD86-628875B93AD0}" dt="2026-09-08T17:52:41.275" v="0" actId="20577"/>
      <pc:docMkLst>
        <pc:docMk/>
      </pc:docMkLst>
      <pc:sldChg chg="modSp mod">
        <pc:chgData name="Rashi Katiyar" userId="4a01c54510b6c933" providerId="LiveId" clId="{5605B03B-25A2-4E6F-BD86-628875B93AD0}" dt="2026-09-08T17:52:41.275" v="0" actId="20577"/>
        <pc:sldMkLst>
          <pc:docMk/>
          <pc:sldMk cId="952317876" sldId="291"/>
        </pc:sldMkLst>
        <pc:graphicFrameChg chg="modGraphic">
          <ac:chgData name="Rashi Katiyar" userId="4a01c54510b6c933" providerId="LiveId" clId="{5605B03B-25A2-4E6F-BD86-628875B93AD0}" dt="2026-09-08T17:52:41.275" v="0" actId="20577"/>
          <ac:graphicFrameMkLst>
            <pc:docMk/>
            <pc:sldMk cId="952317876" sldId="291"/>
            <ac:graphicFrameMk id="96"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ED83B9FE-B7DC-BE27-AADD-DEF301018B4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66CBF20-96A0-3FDE-790B-8641189276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C44AE0D-D221-51F0-3888-BA5453E28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432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Rashikatiyar/PantryPal"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rashikatiyar.github.io/PantryPa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6089150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a:t>
                      </a:r>
                      <a:r>
                        <a:rPr lang="en-US" sz="1800" u="none" strike="noStrike" cap="none" dirty="0"/>
                        <a:t>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Rashi Katiyar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rashie2006@gmail.com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+91 6390513298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80387" y="3667433"/>
            <a:ext cx="796413" cy="1054168"/>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Food Technology / Artificial Intelligence </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err="1">
                <a:highlight>
                  <a:srgbClr val="FFFF00"/>
                </a:highlight>
              </a:rPr>
              <a:t>PantryPal</a:t>
            </a:r>
            <a:r>
              <a:rPr lang="en-IN" sz="2400" dirty="0">
                <a:highlight>
                  <a:srgbClr val="FFFF00"/>
                </a:highlight>
              </a:rPr>
              <a:t> AI – Smart Recipe Preparation Assistant</a:t>
            </a:r>
            <a:r>
              <a:rPr lang="en-US" sz="2400" b="1" dirty="0">
                <a:highlight>
                  <a:srgbClr val="FFFF00"/>
                </a:highlight>
              </a:rPr>
              <a:t>]</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 </a:t>
            </a:r>
            <a:r>
              <a:rPr lang="en-IN" b="1" dirty="0"/>
              <a:t>Recipe Preparation Agent</a:t>
            </a:r>
            <a:r>
              <a:rPr lang="en-US" b="1" dirty="0"/>
              <a:t> </a:t>
            </a:r>
          </a:p>
          <a:p>
            <a:pPr fontAlgn="base"/>
            <a:endParaRPr lang="en-US" b="1" dirty="0"/>
          </a:p>
          <a:p>
            <a:pPr fontAlgn="base"/>
            <a:r>
              <a:rPr lang="en-US" b="1" dirty="0"/>
              <a:t>The Challenge:</a:t>
            </a:r>
            <a:endParaRPr lang="en-US" dirty="0"/>
          </a:p>
          <a:p>
            <a:r>
              <a:rPr lang="en-IN" dirty="0"/>
              <a:t>Users often have ingredients available at home but struggle to decide what meals they can prepare with them. Finding suitable recipes can be </a:t>
            </a:r>
            <a:r>
              <a:rPr lang="en-IN" b="1" dirty="0"/>
              <a:t>time-consuming</a:t>
            </a:r>
            <a:r>
              <a:rPr lang="en-IN" dirty="0"/>
              <a:t>, especially when </a:t>
            </a:r>
            <a:r>
              <a:rPr lang="en-IN" b="1" dirty="0"/>
              <a:t>considering dietary preferences, cooking time, difficulty level</a:t>
            </a:r>
            <a:r>
              <a:rPr lang="en-IN" dirty="0"/>
              <a:t>, and </a:t>
            </a:r>
            <a:r>
              <a:rPr lang="en-IN" b="1" dirty="0"/>
              <a:t>ingredient limitations.</a:t>
            </a:r>
          </a:p>
          <a:p>
            <a:r>
              <a:rPr lang="en-IN" dirty="0"/>
              <a:t>Many ingredients also go unused, leading to </a:t>
            </a:r>
            <a:r>
              <a:rPr lang="en-IN" b="1" dirty="0"/>
              <a:t>unnecessary food waste</a:t>
            </a:r>
            <a:r>
              <a:rPr lang="en-IN" dirty="0"/>
              <a:t>. Users need a simple and </a:t>
            </a:r>
            <a:r>
              <a:rPr lang="en-IN" b="1" dirty="0"/>
              <a:t>personalized solution </a:t>
            </a:r>
            <a:r>
              <a:rPr lang="en-IN" dirty="0"/>
              <a:t>that helps them discover practical recipes using the groceries already available in their pantry.</a:t>
            </a:r>
          </a:p>
          <a:p>
            <a:pPr fontAlgn="base"/>
            <a:endParaRPr lang="en-US" dirty="0"/>
          </a:p>
          <a:p>
            <a:pPr fontAlgn="base"/>
            <a:r>
              <a:rPr lang="en-US" b="1" dirty="0"/>
              <a:t>The Objective</a:t>
            </a:r>
            <a:r>
              <a:rPr lang="en-US" dirty="0"/>
              <a:t> </a:t>
            </a:r>
          </a:p>
          <a:p>
            <a:r>
              <a:rPr lang="en-IN" b="1" dirty="0"/>
              <a:t>Build a smart Recipe Preparation Assistant that helps users discover suitable recipes using available ingredients and personal preferences. The solution should:</a:t>
            </a:r>
            <a:endParaRPr lang="en-IN" dirty="0"/>
          </a:p>
          <a:p>
            <a:pPr marL="285750" lvl="0" indent="-285750">
              <a:buFont typeface="Arial" panose="020B0604020202020204" pitchFamily="34" charset="0"/>
              <a:buChar char="•"/>
            </a:pPr>
            <a:r>
              <a:rPr lang="en-IN" b="1" dirty="0"/>
              <a:t>Ingredient-Based Recipe Matching</a:t>
            </a:r>
            <a:r>
              <a:rPr lang="en-IN" dirty="0"/>
              <a:t> – Recommend recipes based on ingredients available to the user. </a:t>
            </a:r>
          </a:p>
          <a:p>
            <a:pPr marL="285750" lvl="0" indent="-285750">
              <a:buFont typeface="Arial" panose="020B0604020202020204" pitchFamily="34" charset="0"/>
              <a:buChar char="•"/>
            </a:pPr>
            <a:r>
              <a:rPr lang="en-IN" b="1" dirty="0"/>
              <a:t>Personalized Filtering</a:t>
            </a:r>
            <a:r>
              <a:rPr lang="en-IN" dirty="0"/>
              <a:t> – Allow users to filter recipes based on dietary preference, cooking time, and difficulty level. </a:t>
            </a:r>
          </a:p>
          <a:p>
            <a:pPr marL="285750" lvl="0" indent="-285750">
              <a:buFont typeface="Arial" panose="020B0604020202020204" pitchFamily="34" charset="0"/>
              <a:buChar char="•"/>
            </a:pPr>
            <a:r>
              <a:rPr lang="en-IN" b="1" dirty="0"/>
              <a:t>Recipe Library</a:t>
            </a:r>
            <a:r>
              <a:rPr lang="en-IN" dirty="0"/>
              <a:t> – Provide a collection of 21 recipes with browsing and filtering options. </a:t>
            </a:r>
          </a:p>
          <a:p>
            <a:pPr marL="285750" lvl="0" indent="-285750">
              <a:buFont typeface="Arial" panose="020B0604020202020204" pitchFamily="34" charset="0"/>
              <a:buChar char="•"/>
            </a:pPr>
            <a:r>
              <a:rPr lang="en-IN" b="1" dirty="0"/>
              <a:t>Recipe Guidance</a:t>
            </a:r>
            <a:r>
              <a:rPr lang="en-IN" dirty="0"/>
              <a:t> – Provide step-by-step cooking instructions, smart substitutions, and cooking tips. </a:t>
            </a:r>
          </a:p>
          <a:p>
            <a:pPr marL="285750" lvl="0" indent="-285750">
              <a:buFont typeface="Arial" panose="020B0604020202020204" pitchFamily="34" charset="0"/>
              <a:buChar char="•"/>
            </a:pPr>
            <a:r>
              <a:rPr lang="en-IN" b="1" dirty="0"/>
              <a:t>Voice-Based Input</a:t>
            </a:r>
            <a:r>
              <a:rPr lang="en-IN" dirty="0"/>
              <a:t> – Allow users to add ingredients using voice input through the Web Speech API. </a:t>
            </a:r>
          </a:p>
          <a:p>
            <a:pPr marL="285750" lvl="0" indent="-285750">
              <a:buFont typeface="Arial" panose="020B0604020202020204" pitchFamily="34" charset="0"/>
              <a:buChar char="•"/>
            </a:pPr>
            <a:r>
              <a:rPr lang="en-IN" b="1" dirty="0"/>
              <a:t>Personalized Experience</a:t>
            </a:r>
            <a:r>
              <a:rPr lang="en-IN" dirty="0"/>
              <a:t> – Save favourite recipes and recent searches using Local Storage. </a:t>
            </a:r>
          </a:p>
          <a:p>
            <a:pPr marL="285750" lvl="0" indent="-285750">
              <a:buFont typeface="Arial" panose="020B0604020202020204" pitchFamily="34" charset="0"/>
              <a:buChar char="•"/>
            </a:pPr>
            <a:r>
              <a:rPr lang="en-IN" b="1" dirty="0"/>
              <a:t>Food Waste Reduction</a:t>
            </a:r>
            <a:r>
              <a:rPr lang="en-IN" dirty="0"/>
              <a:t> – Help users utilize available pantry ingredients effectively.</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IN" b="1" dirty="0"/>
              <a:t>Proposed Solution: </a:t>
            </a:r>
            <a:r>
              <a:rPr lang="en-IN" b="1" dirty="0" err="1"/>
              <a:t>PantryPal</a:t>
            </a:r>
            <a:r>
              <a:rPr lang="en-IN" b="1" dirty="0"/>
              <a:t> AI – Smart Recipe Preparation Assistant</a:t>
            </a:r>
          </a:p>
          <a:p>
            <a:endParaRPr lang="en-IN" b="1" dirty="0"/>
          </a:p>
          <a:p>
            <a:r>
              <a:rPr lang="en-IN" b="1" dirty="0" err="1"/>
              <a:t>PantryPal</a:t>
            </a:r>
            <a:r>
              <a:rPr lang="en-IN" b="1" dirty="0"/>
              <a:t> AI is a smart recipe preparation web application designed to help users create delicious meals using ingredients already available in their kitchen.</a:t>
            </a:r>
          </a:p>
          <a:p>
            <a:endParaRPr lang="en-IN" dirty="0"/>
          </a:p>
          <a:p>
            <a:r>
              <a:rPr lang="en-IN" dirty="0"/>
              <a:t>The system allows users to enter available ingredients and select preferences such as dietary type, cooking time, and difficulty level. The application then matches the user's input with its recipe database and recommends the </a:t>
            </a:r>
            <a:r>
              <a:rPr lang="en-IN" b="1" dirty="0"/>
              <a:t>top 5 most relevant recipes</a:t>
            </a:r>
            <a:r>
              <a:rPr lang="en-IN" dirty="0"/>
              <a:t>.</a:t>
            </a:r>
          </a:p>
          <a:p>
            <a:r>
              <a:rPr lang="en-IN" dirty="0"/>
              <a:t>Each recipe provides detailed information including </a:t>
            </a:r>
            <a:r>
              <a:rPr lang="en-IN" b="1" dirty="0"/>
              <a:t>ingredients, step-by-step cooking instructions, smart substitutions, and cooking tips</a:t>
            </a:r>
            <a:r>
              <a:rPr lang="en-IN" dirty="0"/>
              <a:t>. Users can also browse a separate recipe library containing </a:t>
            </a:r>
            <a:r>
              <a:rPr lang="en-IN" b="1" dirty="0"/>
              <a:t>21 recipes</a:t>
            </a:r>
            <a:r>
              <a:rPr lang="en-IN" dirty="0"/>
              <a:t> and filter them based on dietary preferences and cooking time.</a:t>
            </a:r>
          </a:p>
          <a:p>
            <a:endParaRPr lang="en-IN" dirty="0"/>
          </a:p>
          <a:p>
            <a:r>
              <a:rPr lang="en-IN" dirty="0"/>
              <a:t>To improve usability, </a:t>
            </a:r>
            <a:r>
              <a:rPr lang="en-IN" dirty="0" err="1"/>
              <a:t>PantryPal</a:t>
            </a:r>
            <a:r>
              <a:rPr lang="en-IN" dirty="0"/>
              <a:t> AI also supports </a:t>
            </a:r>
            <a:r>
              <a:rPr lang="en-IN" b="1" dirty="0"/>
              <a:t>voice-based ingredient input using the Web Speech API</a:t>
            </a:r>
            <a:r>
              <a:rPr lang="en-IN" dirty="0"/>
              <a:t>. Favourite recipes and recent searches are stored using </a:t>
            </a:r>
            <a:r>
              <a:rPr lang="en-IN" b="1" dirty="0" err="1"/>
              <a:t>LocalStorage</a:t>
            </a:r>
            <a:r>
              <a:rPr lang="en-IN" dirty="0"/>
              <a:t>, providing a more personalized experience.</a:t>
            </a:r>
          </a:p>
          <a:p>
            <a:r>
              <a:rPr lang="en-IN" dirty="0"/>
              <a:t>Overall, </a:t>
            </a:r>
            <a:r>
              <a:rPr lang="en-IN" dirty="0" err="1"/>
              <a:t>PantryPal</a:t>
            </a:r>
            <a:r>
              <a:rPr lang="en-IN" dirty="0"/>
              <a:t> AI offers a simple, practical, and user-friendly solution that helps users save time, make better use of available ingredients, and reduce food waste.</a:t>
            </a:r>
          </a:p>
          <a:p>
            <a:r>
              <a:rPr lang="en-IN" dirty="0"/>
              <a:t>The application also provides recipe instructions, ingredient substitutions, cooking tips, favourites, recent searches, and a separate recipe library with filtering options.</a:t>
            </a:r>
          </a:p>
          <a:p>
            <a:endParaRPr lang="en-IN" dirty="0"/>
          </a:p>
          <a:p>
            <a:r>
              <a:rPr lang="en-IN" b="1" dirty="0"/>
              <a:t>This solution helps users save time, reduce food waste, and make everyday cooking simpler and smarter.</a:t>
            </a:r>
            <a:endParaRPr lang="en-IN" dirty="0"/>
          </a:p>
          <a:p>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052052"/>
            <a:ext cx="10451199" cy="5787267"/>
          </a:xfrm>
          <a:prstGeom prst="rect">
            <a:avLst/>
          </a:prstGeom>
          <a:noFill/>
        </p:spPr>
        <p:txBody>
          <a:bodyPr wrap="square" rtlCol="0">
            <a:spAutoFit/>
          </a:bodyPr>
          <a:lstStyle/>
          <a:p>
            <a:pPr marL="285750" indent="-285750">
              <a:buFont typeface="Arial" panose="020B0604020202020204" pitchFamily="34" charset="0"/>
              <a:buChar char="•"/>
            </a:pPr>
            <a:r>
              <a:rPr lang="en-IN" sz="1800" b="1" dirty="0"/>
              <a:t>IBM Bob</a:t>
            </a:r>
            <a:br>
              <a:rPr lang="en-IN" sz="1800" dirty="0"/>
            </a:br>
            <a:r>
              <a:rPr lang="en-IN" sz="1800" dirty="0"/>
              <a:t>Used for AI-assisted development and building the </a:t>
            </a:r>
            <a:r>
              <a:rPr lang="en-IN" sz="1800" dirty="0" err="1"/>
              <a:t>PantryPal</a:t>
            </a:r>
            <a:r>
              <a:rPr lang="en-IN" sz="1800" dirty="0"/>
              <a:t> AI website.</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HTML5</a:t>
            </a:r>
            <a:br>
              <a:rPr lang="en-IN" sz="1800" dirty="0"/>
            </a:br>
            <a:r>
              <a:rPr lang="en-IN" sz="1800" dirty="0"/>
              <a:t>Used to create the structure and pages of the website.</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CSS3</a:t>
            </a:r>
            <a:br>
              <a:rPr lang="en-IN" sz="1800" dirty="0"/>
            </a:br>
            <a:r>
              <a:rPr lang="en-IN" sz="1800" dirty="0"/>
              <a:t>Used for styling, layout, responsive design, and visual appearance.</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JavaScript</a:t>
            </a:r>
            <a:br>
              <a:rPr lang="en-IN" sz="1800" dirty="0"/>
            </a:br>
            <a:r>
              <a:rPr lang="en-IN" sz="1800" dirty="0"/>
              <a:t>Used for recipe matching, filtering, dynamic content, and user interactions.</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Web Storage API (</a:t>
            </a:r>
            <a:r>
              <a:rPr lang="en-IN" sz="1800" b="1" dirty="0" err="1"/>
              <a:t>LocalStorage</a:t>
            </a:r>
            <a:r>
              <a:rPr lang="en-IN" sz="1800" b="1" dirty="0"/>
              <a:t>)</a:t>
            </a:r>
            <a:br>
              <a:rPr lang="en-IN" sz="1800" dirty="0"/>
            </a:br>
            <a:r>
              <a:rPr lang="en-IN" sz="1800" dirty="0"/>
              <a:t>Used to save </a:t>
            </a:r>
            <a:r>
              <a:rPr lang="en-IN" sz="1800" dirty="0" err="1"/>
              <a:t>favorite</a:t>
            </a:r>
            <a:r>
              <a:rPr lang="en-IN" sz="1800" dirty="0"/>
              <a:t> recipes and recent searches.</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Web Speech API</a:t>
            </a:r>
            <a:br>
              <a:rPr lang="en-IN" sz="1800" dirty="0"/>
            </a:br>
            <a:r>
              <a:rPr lang="en-IN" sz="1800" dirty="0"/>
              <a:t>Used to enable voice-based ingredient input.</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Google Fonts</a:t>
            </a:r>
            <a:br>
              <a:rPr lang="en-IN" sz="1800" dirty="0"/>
            </a:br>
            <a:r>
              <a:rPr lang="en-IN" sz="1800" dirty="0"/>
              <a:t>Used to provide elegant and refined typography.</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rcRect/>
          <a:stretch/>
        </p:blipFill>
        <p:spPr>
          <a:xfrm>
            <a:off x="1201438" y="914537"/>
            <a:ext cx="9487269"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rcRect/>
          <a:stretch/>
        </p:blipFill>
        <p:spPr>
          <a:xfrm>
            <a:off x="1367683" y="862241"/>
            <a:ext cx="9456634"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648442" y="400546"/>
            <a:ext cx="10163182"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rcRect/>
          <a:stretch/>
        </p:blipFill>
        <p:spPr>
          <a:xfrm>
            <a:off x="1282724" y="1135541"/>
            <a:ext cx="9454102" cy="515710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a:blip r:embed="rId3">
            <a:alphaModFix/>
          </a:blip>
          <a:srcRect/>
          <a:stretch/>
        </p:blipFill>
        <p:spPr>
          <a:xfrm>
            <a:off x="8460475" y="1260693"/>
            <a:ext cx="3015343" cy="3015343"/>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IN" b="1" dirty="0"/>
              <a:t>Role of Agentic AI in </a:t>
            </a:r>
            <a:r>
              <a:rPr lang="en-IN" b="1" dirty="0" err="1"/>
              <a:t>PantryPal</a:t>
            </a:r>
            <a:r>
              <a:rPr lang="en-IN" b="1" dirty="0"/>
              <a:t> AI</a:t>
            </a:r>
          </a:p>
          <a:p>
            <a:endParaRPr lang="en-IN" b="1" dirty="0"/>
          </a:p>
          <a:p>
            <a:r>
              <a:rPr lang="en-IN" b="1" dirty="0"/>
              <a:t>Agentic AI helps organize the solution into intelligent tasks that support users throughout their recipe preparation journey.</a:t>
            </a:r>
          </a:p>
          <a:p>
            <a:endParaRPr lang="en-IN" dirty="0"/>
          </a:p>
          <a:p>
            <a:pPr marL="285750" lvl="0" indent="-285750">
              <a:buFont typeface="Arial" panose="020B0604020202020204" pitchFamily="34" charset="0"/>
              <a:buChar char="•"/>
            </a:pPr>
            <a:r>
              <a:rPr lang="en-IN" b="1" dirty="0"/>
              <a:t>Input Understanding</a:t>
            </a:r>
            <a:r>
              <a:rPr lang="en-IN" dirty="0"/>
              <a:t> – Processes user-provided ingredients, voice input, and preferences to understand their cooking requirements.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Recipe Matching</a:t>
            </a:r>
            <a:r>
              <a:rPr lang="en-IN" dirty="0"/>
              <a:t> – Analyses the available ingredients and selected filters to identify the most suitable recipes.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Recipe Guidance</a:t>
            </a:r>
            <a:r>
              <a:rPr lang="en-IN" dirty="0"/>
              <a:t> – Supports the cooking process by providing step-by-step instructions, ingredient substitutions, and useful cooking tips.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Personalized Response</a:t>
            </a:r>
            <a:r>
              <a:rPr lang="en-IN" dirty="0"/>
              <a:t> – Delivers relevant recipe recommendations based on dietary preference, cooking time, difficulty level, and available ingredients.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20 bob coins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114240" y="2602278"/>
            <a:ext cx="5526670" cy="2776556"/>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6159602" y="2522578"/>
            <a:ext cx="5599780" cy="2776557"/>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910820" y="885593"/>
            <a:ext cx="10160522"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11546" y="800029"/>
            <a:ext cx="10568908"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2779BAF-279B-198D-02C0-09C70C0F631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2F4B905-9B6D-8411-2DF8-B6FB649852B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D4B9F0-C875-AEE5-A4F6-21170E2D314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0616135B-F95A-A8A2-42E5-8295BE93F670}"/>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F189031-AE69-622E-72FE-E9BC432B2A94}"/>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92A9853-3D60-1A32-AF23-37042565B41A}"/>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61FD0460-27A7-2964-58F9-9D868D777F76}"/>
              </a:ext>
            </a:extLst>
          </p:cNvPr>
          <p:cNvPicPr>
            <a:picLocks noChangeAspect="1"/>
          </p:cNvPicPr>
          <p:nvPr/>
        </p:nvPicPr>
        <p:blipFill>
          <a:blip r:embed="rId3"/>
          <a:srcRect/>
          <a:stretch/>
        </p:blipFill>
        <p:spPr>
          <a:xfrm>
            <a:off x="811546" y="800029"/>
            <a:ext cx="10568908" cy="5945010"/>
          </a:xfrm>
          <a:prstGeom prst="rect">
            <a:avLst/>
          </a:prstGeom>
        </p:spPr>
      </p:pic>
    </p:spTree>
    <p:extLst>
      <p:ext uri="{BB962C8B-B14F-4D97-AF65-F5344CB8AC3E}">
        <p14:creationId xmlns:p14="http://schemas.microsoft.com/office/powerpoint/2010/main" val="2387747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78313"/>
          </a:xfrm>
          <a:prstGeom prst="rect">
            <a:avLst/>
          </a:prstGeom>
          <a:noFill/>
        </p:spPr>
        <p:txBody>
          <a:bodyPr wrap="square" rtlCol="0">
            <a:spAutoFit/>
          </a:bodyPr>
          <a:lstStyle/>
          <a:p>
            <a:r>
              <a:rPr lang="en-IN" sz="1800" dirty="0" err="1"/>
              <a:t>PantryPal</a:t>
            </a:r>
            <a:r>
              <a:rPr lang="en-IN" sz="1800" dirty="0"/>
              <a:t> AI stands out by combining ingredient-based recipe discovery with personalized cooking preferences in a simple and user-friendly application.</a:t>
            </a:r>
          </a:p>
          <a:p>
            <a:endParaRPr lang="en-IN" sz="1800" dirty="0"/>
          </a:p>
          <a:p>
            <a:pPr marL="285750" lvl="0" indent="-285750">
              <a:buFont typeface="Arial" panose="020B0604020202020204" pitchFamily="34" charset="0"/>
              <a:buChar char="•"/>
            </a:pPr>
            <a:r>
              <a:rPr lang="en-IN" sz="1800" b="1" dirty="0"/>
              <a:t>Cook with What You Have</a:t>
            </a:r>
            <a:r>
              <a:rPr lang="en-IN" sz="1800" dirty="0"/>
              <a:t> – Recommends recipes based on ingredients already available to the user, helping reduce food waste.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Personalized Recipe Matching</a:t>
            </a:r>
            <a:r>
              <a:rPr lang="en-IN" sz="1800" dirty="0"/>
              <a:t> – Considers dietary preference, cooking time, and difficulty level while suggesting recipes.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Voice-Based Ingredient Input</a:t>
            </a:r>
            <a:r>
              <a:rPr lang="en-IN" sz="1800" dirty="0"/>
              <a:t> – Allows users to add ingredients through voice input using the Web Speech API.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Smart Cooking Guidance</a:t>
            </a:r>
            <a:r>
              <a:rPr lang="en-IN" sz="1800" dirty="0"/>
              <a:t> – Provides step-by-step instructions, ingredient substitutions, and cooking tips.</a:t>
            </a:r>
          </a:p>
          <a:p>
            <a:pPr lvl="0"/>
            <a:r>
              <a:rPr lang="en-IN" sz="1800" dirty="0"/>
              <a:t> </a:t>
            </a:r>
          </a:p>
          <a:p>
            <a:pPr marL="285750" lvl="0" indent="-285750">
              <a:buFont typeface="Arial" panose="020B0604020202020204" pitchFamily="34" charset="0"/>
              <a:buChar char="•"/>
            </a:pPr>
            <a:r>
              <a:rPr lang="en-IN" sz="1800" b="1" dirty="0"/>
              <a:t>Personalized User Experience</a:t>
            </a:r>
            <a:r>
              <a:rPr lang="en-IN" sz="1800" dirty="0"/>
              <a:t> – Supports </a:t>
            </a:r>
            <a:r>
              <a:rPr lang="en-IN" sz="1800" dirty="0" err="1"/>
              <a:t>favorite</a:t>
            </a:r>
            <a:r>
              <a:rPr lang="en-IN" sz="1800" dirty="0"/>
              <a:t> recipes and recent searches using </a:t>
            </a:r>
            <a:r>
              <a:rPr lang="en-IN" sz="1800" dirty="0" err="1"/>
              <a:t>LocalStorage</a:t>
            </a:r>
            <a:r>
              <a:rPr lang="en-IN" sz="1800" dirty="0"/>
              <a:t>. </a:t>
            </a:r>
          </a:p>
          <a:p>
            <a:pPr marL="285750" lvl="0" indent="-285750">
              <a:buFont typeface="Arial" panose="020B0604020202020204" pitchFamily="34" charset="0"/>
              <a:buChar char="•"/>
            </a:pPr>
            <a:endParaRPr lang="en-IN" sz="1800" dirty="0"/>
          </a:p>
          <a:p>
            <a:r>
              <a:rPr lang="en-IN" sz="1800" b="1" dirty="0"/>
              <a:t>This makes </a:t>
            </a:r>
            <a:r>
              <a:rPr lang="en-IN" sz="1800" b="1" dirty="0" err="1"/>
              <a:t>PantryPal</a:t>
            </a:r>
            <a:r>
              <a:rPr lang="en-IN" sz="1800" b="1" dirty="0"/>
              <a:t> AI a practical, personalized, and convenient solution for smarter everyday cooking.</a:t>
            </a:r>
            <a:endParaRPr lang="en-IN" sz="1800"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err="1">
                <a:latin typeface="Times New Roman"/>
                <a:ea typeface="Times New Roman"/>
                <a:cs typeface="Times New Roman"/>
                <a:sym typeface="Times New Roman"/>
              </a:rPr>
              <a:t>Github</a:t>
            </a:r>
            <a:r>
              <a:rPr lang="en-IN" sz="1850" dirty="0">
                <a:latin typeface="Times New Roman"/>
                <a:ea typeface="Times New Roman"/>
                <a:cs typeface="Times New Roman"/>
                <a:sym typeface="Times New Roman"/>
              </a:rPr>
              <a:t> repo link:</a:t>
            </a:r>
          </a:p>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https://github.com/Rashikatiyar/PantryPal</a:t>
            </a:r>
            <a:endParaRPr lang="en-IN" sz="1850" dirty="0">
              <a:latin typeface="Times New Roman"/>
              <a:ea typeface="Times New Roman"/>
              <a:cs typeface="Times New Roman"/>
              <a:sym typeface="Times New Roman"/>
            </a:endParaRPr>
          </a:p>
          <a:p>
            <a:pPr lvl="0">
              <a:lnSpc>
                <a:spcPct val="162162"/>
              </a:lnSpc>
              <a:buClr>
                <a:srgbClr val="2B3541"/>
              </a:buClr>
              <a:buSzPts val="1850"/>
            </a:pPr>
            <a:r>
              <a:rPr lang="en-IN" sz="1850" dirty="0">
                <a:latin typeface="Times New Roman"/>
                <a:ea typeface="Times New Roman"/>
                <a:cs typeface="Times New Roman"/>
                <a:sym typeface="Times New Roman"/>
              </a:rPr>
              <a:t>Working project link:</a:t>
            </a:r>
          </a:p>
          <a:p>
            <a:pPr lvl="0">
              <a:lnSpc>
                <a:spcPct val="162162"/>
              </a:lnSpc>
              <a:buClr>
                <a:srgbClr val="2B3541"/>
              </a:buClr>
              <a:buSzPts val="1850"/>
            </a:pPr>
            <a:r>
              <a:rPr lang="en-IN" sz="1850" dirty="0">
                <a:latin typeface="Times New Roman"/>
                <a:ea typeface="Times New Roman"/>
                <a:cs typeface="Times New Roman"/>
                <a:sym typeface="Times New Roman"/>
                <a:hlinkClick r:id="rId4"/>
              </a:rPr>
              <a:t>https://rashikatiyar.github.io/PantryPal/</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5215556"/>
          </a:xfrm>
          <a:prstGeom prst="rect">
            <a:avLst/>
          </a:prstGeom>
          <a:noFill/>
          <a:ln>
            <a:noFill/>
          </a:ln>
        </p:spPr>
        <p:txBody>
          <a:bodyPr spcFirstLastPara="1" wrap="square" lIns="0" tIns="0" rIns="0" bIns="0" anchor="t" anchorCtr="0">
            <a:noAutofit/>
          </a:bodyPr>
          <a:lstStyle/>
          <a:p>
            <a:pPr marL="285750" indent="-285750">
              <a:buFont typeface="Arial" panose="020B0604020202020204" pitchFamily="34" charset="0"/>
              <a:buChar char="•"/>
            </a:pPr>
            <a:endParaRPr lang="en-IN" sz="1800" b="1" dirty="0"/>
          </a:p>
          <a:p>
            <a:pPr marL="285750" lvl="0" indent="-285750">
              <a:buFont typeface="Arial" panose="020B0604020202020204" pitchFamily="34" charset="0"/>
              <a:buChar char="•"/>
            </a:pPr>
            <a:r>
              <a:rPr lang="en-IN" sz="1800" b="1" dirty="0"/>
              <a:t>AI Model Integration</a:t>
            </a:r>
            <a:r>
              <a:rPr lang="en-IN" sz="1800" dirty="0"/>
              <a:t> – Integrate a real AI model to provide more personalized and dynamic recipe recommendations.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Larger Recipe Database</a:t>
            </a:r>
            <a:r>
              <a:rPr lang="en-IN" sz="1800" dirty="0"/>
              <a:t> – Expand the recipe collection with more cuisines and meal categories.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Image-Based Ingredient Recognition</a:t>
            </a:r>
            <a:r>
              <a:rPr lang="en-IN" sz="1800" dirty="0"/>
              <a:t> – Allow users to upload images of ingredients for automatic identification.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Nutritional Information</a:t>
            </a:r>
            <a:r>
              <a:rPr lang="en-IN" sz="1800" dirty="0"/>
              <a:t> – Provide calorie and nutritional details for recipes.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User Accounts</a:t>
            </a:r>
            <a:r>
              <a:rPr lang="en-IN" sz="1800" dirty="0"/>
              <a:t> – Enable users to save preferences, </a:t>
            </a:r>
            <a:r>
              <a:rPr lang="en-IN" sz="1800" dirty="0" err="1"/>
              <a:t>favorites</a:t>
            </a:r>
            <a:r>
              <a:rPr lang="en-IN" sz="1800" dirty="0"/>
              <a:t>, and cooking history across devices.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Meal Planning</a:t>
            </a:r>
            <a:r>
              <a:rPr lang="en-IN" sz="1800" dirty="0"/>
              <a:t> – Add weekly meal planning and smart grocery suggestions. </a:t>
            </a:r>
          </a:p>
          <a:p>
            <a:pPr marL="285750" lvl="0" indent="-285750">
              <a:buFont typeface="Arial" panose="020B0604020202020204" pitchFamily="34" charset="0"/>
              <a:buChar char="•"/>
            </a:pPr>
            <a:endParaRPr lang="en-IN" sz="1800" dirty="0"/>
          </a:p>
          <a:p>
            <a:r>
              <a:rPr lang="en-IN" sz="1800" b="1" dirty="0" err="1"/>
              <a:t>PantryPal</a:t>
            </a:r>
            <a:r>
              <a:rPr lang="en-IN" sz="1800" b="1" dirty="0"/>
              <a:t> AI can be further developed into a complete intelligent cooking assistant with advanced AI-powered personalization and automation.</a:t>
            </a:r>
            <a:endParaRPr lang="en-IN" sz="1800" dirty="0"/>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  </a:t>
            </a:r>
          </a:p>
        </p:txBody>
      </p:sp>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rcRect/>
          <a:stretch/>
        </p:blipFill>
        <p:spPr>
          <a:xfrm>
            <a:off x="2599645" y="1233800"/>
            <a:ext cx="6829491" cy="524565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t="4046" b="4046"/>
          <a:stretch/>
        </p:blipFill>
        <p:spPr>
          <a:xfrm>
            <a:off x="2507223" y="1584818"/>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1122</Words>
  <Application>Microsoft Office PowerPoint</Application>
  <PresentationFormat>Widescreen</PresentationFormat>
  <Paragraphs>141</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Rashi Katiyar</cp:lastModifiedBy>
  <cp:revision>5</cp:revision>
  <dcterms:created xsi:type="dcterms:W3CDTF">2025-07-08T05:06:56Z</dcterms:created>
  <dcterms:modified xsi:type="dcterms:W3CDTF">2026-09-08T17:52:42Z</dcterms:modified>
</cp:coreProperties>
</file>